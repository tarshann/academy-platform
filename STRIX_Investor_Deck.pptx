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2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STRIX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Infrastructure for Software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Every Action. Prove Every Decision.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4389120"/>
            <a:ext cx="2743200" cy="27432"/>
          </a:xfrm>
          <a:prstGeom prst="rect">
            <a:avLst/>
          </a:prstGeom>
          <a:solidFill>
            <a:srgbClr val="C9A24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a user has access, they can act."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560320" cy="2011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56032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8346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Over-permissioned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grant broad access with no runtime checks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2560320"/>
            <a:ext cx="2560320" cy="2011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56032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834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Real-time Control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enforcement happens at the moment of action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2560320"/>
            <a:ext cx="2560320" cy="2011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256032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8346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Compliance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happen after damage is already done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8288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Governance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66928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Execution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9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 tells you WHO can act. Governance tells you WHETHER they SHOULD.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Shift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action must be evaluated at runtime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at 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happens once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56032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in Config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are static and stale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560320" cy="2377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Execution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action, every 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Strix = The Governance Kernel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5544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21031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1554480" cy="822960"/>
          </a:xfrm>
          <a:prstGeom prst="rect">
            <a:avLst/>
          </a:prstGeom>
          <a:solidFill>
            <a:srgbClr val="C9A2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2011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Strix Kernel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21031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2011680"/>
            <a:ext cx="15544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011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21031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0" y="2011680"/>
            <a:ext cx="15544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011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21031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06640" y="2011680"/>
            <a:ext cx="15544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2011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256032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42900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assessed against policy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83280" y="3291840"/>
            <a:ext cx="256032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2900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5661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56616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Allow, deny, or escalate in real-time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217920" y="3291840"/>
            <a:ext cx="256032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42900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0080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becomes evidence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Proof — Day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simulated. Live enforcement in production.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91440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admin.members.updateRole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critical_requires_owner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admin.schedules.delete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71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716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high_risk_audit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attendance.markAttendance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37160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local_policy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+ Risk Classification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Deny unless 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9A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updateRole, deleteUser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 + escalate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9A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deleteSchedule, bulkEmail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 with evidence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9A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updateProgram, editPost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 seamlessly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9A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markAttendance, viewStats</a:t>
                      </a:r>
                      <a:endParaRPr lang="en-US" sz="9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2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capabilities governed  |  </a:t>
            </a:r>
            <a:pPr algn="ctr" indent="0" marL="0">
              <a:buNone/>
            </a:pPr>
            <a:r>
              <a:rPr lang="en-US" sz="3600" dirty="0">
                <a:solidFill>
                  <a:srgbClr val="C9A2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</a:t>
            </a:r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mutations  |  </a:t>
            </a:r>
            <a:pPr algn="ctr" indent="0" marL="0">
              <a:buNone/>
            </a:pPr>
            <a:r>
              <a:rPr lang="en-US" sz="3600" dirty="0">
                <a:solidFill>
                  <a:srgbClr val="C9A2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cron jobs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Strix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84048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84048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Governance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384048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84048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84048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Audits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384048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Enforcement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384048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77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54880" y="3977640"/>
            <a:ext cx="384048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977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Execution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27432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with these needs real-time governance: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1188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platforms, CMS, CRM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3840480" cy="1188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Operations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Fintech, payments, trading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3840480" cy="1188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6304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education, HR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291840"/>
            <a:ext cx="3840480" cy="1188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118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6928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systems, LLM tools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C9A24D"/>
          </a:solidFill>
          <a:ln/>
        </p:spPr>
      </p:sp>
      <p:sp>
        <p:nvSpPr>
          <p:cNvPr id="22" name="Text 16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new infrastructure layer.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2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should not trust users.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C9A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should enforce truth.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STRIX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Execution.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4663440"/>
            <a:ext cx="3657600" cy="27432"/>
          </a:xfrm>
          <a:prstGeom prst="rect">
            <a:avLst/>
          </a:prstGeom>
          <a:solidFill>
            <a:srgbClr val="C9A24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STRIX — Governance Infrastructure for Software</dc:title>
  <dc:subject>PptxGenJS Presentation</dc:subject>
  <dc:creator>Tarshann</dc:creator>
  <cp:lastModifiedBy>Tarshann</cp:lastModifiedBy>
  <cp:revision>1</cp:revision>
  <dcterms:created xsi:type="dcterms:W3CDTF">2026-03-19T05:22:10Z</dcterms:created>
  <dcterms:modified xsi:type="dcterms:W3CDTF">2026-03-19T05:22:10Z</dcterms:modified>
</cp:coreProperties>
</file>